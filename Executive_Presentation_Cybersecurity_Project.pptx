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Cybersecurity Assessment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Debian Server Security Evaluation</a:t>
            </a:r>
          </a:p>
          <a:p>
            <a:r>
              <a:t>Internal Host-Only Lab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Identify and remediate system vulnerabilities</a:t>
            </a:r>
          </a:p>
          <a:p>
            <a:pPr lvl="1"/>
            <a:r>
              <a:t>Environment: Host-Only Network (192.168.56.0/24)</a:t>
            </a:r>
          </a:p>
          <a:p>
            <a:pPr lvl="1"/>
            <a:r>
              <a:t>Attacker Machine: Kali Linux</a:t>
            </a:r>
          </a:p>
          <a:p>
            <a:pPr lvl="1"/>
            <a:r>
              <a:t>Target Machine: Debian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Vulnerabilities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 21 (FTP) – Anonymous login enabled</a:t>
            </a:r>
          </a:p>
          <a:p>
            <a:pPr lvl="1"/>
            <a:r>
              <a:t>Port 80 (HTTP) – Apache exposed</a:t>
            </a:r>
          </a:p>
          <a:p>
            <a:pPr lvl="1"/>
            <a:r>
              <a:t>Port 22 (SSH) – Open remote access</a:t>
            </a:r>
          </a:p>
          <a:p>
            <a:pPr lvl="1"/>
            <a:r>
              <a:t>Misconfiguration increased attack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Nmap scan to identify open services</a:t>
            </a:r>
          </a:p>
          <a:p>
            <a:pPr lvl="1"/>
            <a:r>
              <a:t>Successfully authenticated using anonymous FTP</a:t>
            </a:r>
          </a:p>
          <a:p>
            <a:pPr lvl="1"/>
            <a:r>
              <a:t>Enumerated directory contents</a:t>
            </a:r>
          </a:p>
          <a:p>
            <a:pPr lvl="1"/>
            <a:r>
              <a:t>Confirmed exposure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Actions Taken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Disabled anonymous FTP (anonymous_enable=NO)</a:t>
            </a:r>
          </a:p>
          <a:p>
            <a:pPr lvl="1"/>
            <a:r>
              <a:t>Restarted vsftpd service</a:t>
            </a:r>
          </a:p>
          <a:p>
            <a:pPr lvl="1"/>
            <a:r>
              <a:t>Installed and enabled UFW firewall</a:t>
            </a:r>
          </a:p>
          <a:p>
            <a:pPr lvl="1"/>
            <a:r>
              <a:t>Blocked port 80 using firewall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Post-remediation Nmap scan performed</a:t>
            </a:r>
          </a:p>
          <a:p>
            <a:pPr lvl="1"/>
            <a:r>
              <a:t>Port 80 confirmed filtered/blocked</a:t>
            </a:r>
          </a:p>
          <a:p>
            <a:pPr lvl="1"/>
            <a:r>
              <a:t>Anonymous FTP access denied</a:t>
            </a:r>
          </a:p>
          <a:p>
            <a:pPr lvl="1"/>
            <a:r>
              <a:t>Reduced overall attack surface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&amp; ISMS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Aligned with NIST SP 800-61 framework</a:t>
            </a:r>
          </a:p>
          <a:p>
            <a:pPr lvl="1"/>
            <a:r>
              <a:t>Developed formal Incident Response Plan</a:t>
            </a:r>
          </a:p>
          <a:p>
            <a:pPr lvl="1"/>
            <a:r>
              <a:t>Implemented ISO 27001-based ISMS structure</a:t>
            </a:r>
          </a:p>
          <a:p>
            <a:pPr lvl="1"/>
            <a:r>
              <a:t>Established continuous improvement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&amp; Business Continuity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Recovery Time &amp; Recovery Point Objectives</a:t>
            </a:r>
          </a:p>
          <a:p>
            <a:pPr lvl="1"/>
            <a:r>
              <a:t>Implemented backup strategy</a:t>
            </a:r>
          </a:p>
          <a:p>
            <a:pPr lvl="1"/>
            <a:r>
              <a:t>Documented restoration procedures</a:t>
            </a:r>
          </a:p>
          <a:p>
            <a:pPr lvl="1"/>
            <a:r>
              <a:t>Established stakeholder communication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Security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Anonymous FTP eliminated</a:t>
            </a:r>
          </a:p>
          <a:p>
            <a:pPr lvl="1"/>
            <a:r>
              <a:t>Port 80 secured via firewall</a:t>
            </a:r>
          </a:p>
          <a:p>
            <a:pPr lvl="1"/>
            <a:r>
              <a:t>Services hardened and verified</a:t>
            </a:r>
          </a:p>
          <a:p>
            <a:pPr lvl="1"/>
            <a:r>
              <a:t>Ongoing monitoring recommended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